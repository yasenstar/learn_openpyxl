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17"/>
  </p:notesMasterIdLst>
  <p:sldIdLst>
    <p:sldId id="320" r:id="rId5"/>
    <p:sldId id="322" r:id="rId6"/>
    <p:sldId id="323" r:id="rId7"/>
    <p:sldId id="326" r:id="rId8"/>
    <p:sldId id="324" r:id="rId9"/>
    <p:sldId id="325" r:id="rId10"/>
    <p:sldId id="327" r:id="rId11"/>
    <p:sldId id="328" r:id="rId12"/>
    <p:sldId id="329" r:id="rId13"/>
    <p:sldId id="330" r:id="rId14"/>
    <p:sldId id="331" r:id="rId15"/>
    <p:sldId id="32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  <p14:sldId id="326"/>
          </p14:sldIdLst>
        </p14:section>
        <p14:section name="ch2_wb-&amp;-ws" id="{04CB4299-6CCE-4778-AFDE-44CB65391529}">
          <p14:sldIdLst>
            <p14:sldId id="324"/>
            <p14:sldId id="325"/>
            <p14:sldId id="327"/>
            <p14:sldId id="328"/>
            <p14:sldId id="329"/>
            <p14:sldId id="330"/>
          </p14:sldIdLst>
        </p14:section>
        <p14:section name="ch3_cell_&amp;_cell_values" id="{1F93CB3F-BB5B-4B8E-AE95-046B6B187FC7}">
          <p14:sldIdLst>
            <p14:sldId id="331"/>
          </p14:sldIdLst>
        </p14:section>
        <p14:section name="covers" id="{4F2CDF44-8EA2-4CD8-A232-2646FBA1D618}">
          <p14:sldIdLst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94" d="100"/>
          <a:sy n="94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12/27/2025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245FF-35D8-A612-3794-538AFE5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C68A0-3860-8D58-6187-6184BE81F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273"/>
            <a:ext cx="10424160" cy="50874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DB2BC73-E5E2-BFBD-75AA-0042168C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721AC-B560-6F2E-4EE4-1BDCE2351F07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3720E0-7D2C-3C3E-35CC-EE8519E02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05CEA0-1C58-A478-54CF-6A4CE820B0A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145428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Exercise</a:t>
            </a:r>
            <a:endParaRPr lang="en-US" sz="4400" b="1" dirty="0">
              <a:solidFill>
                <a:schemeClr val="accent4">
                  <a:lumMod val="75000"/>
                </a:schemeClr>
              </a:solidFill>
              <a:latin typeface="72 Black" panose="020B0A04030603020204" pitchFamily="34" charset="0"/>
              <a:cs typeface="72 Black" panose="020B0A040306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FA86E5-7079-8A0F-E21B-6A3A4C842B37}"/>
              </a:ext>
            </a:extLst>
          </p:cNvPr>
          <p:cNvSpPr txBox="1"/>
          <p:nvPr/>
        </p:nvSpPr>
        <p:spPr>
          <a:xfrm>
            <a:off x="667559" y="3235960"/>
            <a:ext cx="9929321" cy="1323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Question:</a:t>
            </a:r>
          </a:p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Write into a new Excel file with iterating</a:t>
            </a:r>
          </a:p>
        </p:txBody>
      </p:sp>
    </p:spTree>
    <p:extLst>
      <p:ext uri="{BB962C8B-B14F-4D97-AF65-F5344CB8AC3E}">
        <p14:creationId xmlns:p14="http://schemas.microsoft.com/office/powerpoint/2010/main" val="131562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7605-BA9D-05C7-E244-8F97BC45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4F6ED-383A-8020-8FA2-E0FD2FEE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3" y="441933"/>
            <a:ext cx="9583487" cy="57429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EF718ED-BB73-6F7F-372B-E50F3542C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211CD-F11D-8290-76FF-CE84AF517F6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F7F6CF-D730-32A1-E5E9-66C14E41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647B9-32D5-0E73-0854-941E538927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2.2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Accessing</a:t>
            </a: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 Worksheets</a:t>
            </a:r>
          </a:p>
        </p:txBody>
      </p:sp>
    </p:spTree>
    <p:extLst>
      <p:ext uri="{BB962C8B-B14F-4D97-AF65-F5344CB8AC3E}">
        <p14:creationId xmlns:p14="http://schemas.microsoft.com/office/powerpoint/2010/main" val="333821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CFEDE-06AD-BB16-39E4-9FCBACAC2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A432F0-CFF9-0F80-AFD2-556E5DE92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635" y="605975"/>
            <a:ext cx="8891125" cy="5490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5A319EA-4FA6-A35B-1A80-35FC4FC8B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9915F-F8C9-B564-DC99-FD22E01E0D21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508A8C-6CA2-AD36-5D13-77A58E8F0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FD4BBA-B0AE-C7AB-FEA1-BDE2DFD9491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2.3 Creating Worksheets</a:t>
            </a:r>
          </a:p>
        </p:txBody>
      </p:sp>
    </p:spTree>
    <p:extLst>
      <p:ext uri="{BB962C8B-B14F-4D97-AF65-F5344CB8AC3E}">
        <p14:creationId xmlns:p14="http://schemas.microsoft.com/office/powerpoint/2010/main" val="112265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C206-7971-2607-A76D-6B3318F2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3E9336-71C8-9E7B-7278-00CC1F325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74" y="482184"/>
            <a:ext cx="9453306" cy="57602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FC5F418-5E9E-C8E0-A306-33FD458E3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20CD41-DC4F-0881-EC5F-1D5C278FF692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C96905-AAAB-9EEA-ACDD-49E1C430F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56FDAF-A4CD-EDA0-1178-CAA8C54EA0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2.4 Deleting Worksheets</a:t>
            </a:r>
          </a:p>
        </p:txBody>
      </p:sp>
    </p:spTree>
    <p:extLst>
      <p:ext uri="{BB962C8B-B14F-4D97-AF65-F5344CB8AC3E}">
        <p14:creationId xmlns:p14="http://schemas.microsoft.com/office/powerpoint/2010/main" val="11898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3929-FDA3-80E9-BF6B-3ECE908F8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F7E308-12D3-C11B-14A0-617D1992C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732" y="445722"/>
            <a:ext cx="9776948" cy="55954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F03366D-9C66-F6F2-7972-7D57F240A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3F3F20-FDA2-C66C-CB11-0099DC96A9D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461414-237C-D6FE-AA5B-0BE8C6CE3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B6DE0F0-9171-19DA-AE27-FF19985BEF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2.5 Renaming Worksheets</a:t>
            </a:r>
          </a:p>
        </p:txBody>
      </p:sp>
    </p:spTree>
    <p:extLst>
      <p:ext uri="{BB962C8B-B14F-4D97-AF65-F5344CB8AC3E}">
        <p14:creationId xmlns:p14="http://schemas.microsoft.com/office/powerpoint/2010/main" val="3085050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A4006-32F8-F928-F698-25BECE697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06C24-8A10-8527-602B-D85A3F470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16" y="537369"/>
            <a:ext cx="9255755" cy="56498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5091245-35E5-A4AD-B726-40AC4FD69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DEB54-EC53-E0AC-5EDE-48BEE0FD3645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7DAFCD-949F-7BB3-B036-2A1EA9EA0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2E9E7E-713A-8C48-146C-1BEDB7754F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2.6 Working w/ Multiple Workbooks</a:t>
            </a:r>
          </a:p>
        </p:txBody>
      </p:sp>
    </p:spTree>
    <p:extLst>
      <p:ext uri="{BB962C8B-B14F-4D97-AF65-F5344CB8AC3E}">
        <p14:creationId xmlns:p14="http://schemas.microsoft.com/office/powerpoint/2010/main" val="676379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E9284-C39A-0DDE-84A5-5B5F22F8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2A73F8-9FAB-10D6-0E12-18C61E830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4" y="521563"/>
            <a:ext cx="8750300" cy="54457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B0DC27E-3F78-35A9-EACB-6138A7A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6623C4-C5BB-3310-5C85-7220441489B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D09BD-CB24-8EC6-B002-B2DCE1924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773EB64-E669-F32C-9934-9C84AF4BDA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3.1 Accessing Cell Values</a:t>
            </a:r>
          </a:p>
        </p:txBody>
      </p:sp>
    </p:spTree>
    <p:extLst>
      <p:ext uri="{BB962C8B-B14F-4D97-AF65-F5344CB8AC3E}">
        <p14:creationId xmlns:p14="http://schemas.microsoft.com/office/powerpoint/2010/main" val="2042488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3197</TotalTime>
  <Words>138</Words>
  <Application>Microsoft Office PowerPoint</Application>
  <PresentationFormat>Widescreen</PresentationFormat>
  <Paragraphs>45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21</cp:revision>
  <dcterms:created xsi:type="dcterms:W3CDTF">2025-12-27T06:44:44Z</dcterms:created>
  <dcterms:modified xsi:type="dcterms:W3CDTF">2025-12-29T12:08:54Z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