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22"/>
  </p:notesMasterIdLst>
  <p:sldIdLst>
    <p:sldId id="320" r:id="rId5"/>
    <p:sldId id="322" r:id="rId6"/>
    <p:sldId id="323" r:id="rId7"/>
    <p:sldId id="326" r:id="rId8"/>
    <p:sldId id="324" r:id="rId9"/>
    <p:sldId id="325" r:id="rId10"/>
    <p:sldId id="327" r:id="rId11"/>
    <p:sldId id="328" r:id="rId12"/>
    <p:sldId id="329" r:id="rId13"/>
    <p:sldId id="330" r:id="rId14"/>
    <p:sldId id="331" r:id="rId15"/>
    <p:sldId id="332" r:id="rId16"/>
    <p:sldId id="333" r:id="rId17"/>
    <p:sldId id="334" r:id="rId18"/>
    <p:sldId id="335" r:id="rId19"/>
    <p:sldId id="336" r:id="rId20"/>
    <p:sldId id="321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7"/>
            <p14:sldId id="328"/>
            <p14:sldId id="329"/>
            <p14:sldId id="330"/>
          </p14:sldIdLst>
        </p14:section>
        <p14:section name="ch3_cell_&amp;_cell_values" id="{1F93CB3F-BB5B-4B8E-AE95-046B6B187FC7}">
          <p14:sldIdLst>
            <p14:sldId id="331"/>
            <p14:sldId id="332"/>
            <p14:sldId id="333"/>
            <p14:sldId id="334"/>
            <p14:sldId id="335"/>
            <p14:sldId id="336"/>
          </p14:sldIdLst>
        </p14:section>
        <p14:section name="covers" id="{4F2CDF44-8EA2-4CD8-A232-2646FBA1D618}">
          <p14:sldIdLst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57" d="100"/>
          <a:sy n="57" d="100"/>
        </p:scale>
        <p:origin x="201" y="4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145428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CFEDE-06AD-BB16-39E4-9FCBACAC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A432F0-CFF9-0F80-AFD2-556E5DE92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35" y="605975"/>
            <a:ext cx="8891125" cy="5490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5A319EA-4FA6-A35B-1A80-35FC4FC8B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9915F-F8C9-B564-DC99-FD22E01E0D21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508A8C-6CA2-AD36-5D13-77A58E8F0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FD4BBA-B0AE-C7AB-FEA1-BDE2DFD949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2.3 Creating Worksheets</a:t>
            </a:r>
          </a:p>
        </p:txBody>
      </p:sp>
    </p:spTree>
    <p:extLst>
      <p:ext uri="{BB962C8B-B14F-4D97-AF65-F5344CB8AC3E}">
        <p14:creationId xmlns:p14="http://schemas.microsoft.com/office/powerpoint/2010/main" val="112265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C206-7971-2607-A76D-6B3318F2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E9336-71C8-9E7B-7278-00CC1F325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74" y="482184"/>
            <a:ext cx="9453306" cy="5760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FC5F418-5E9E-C8E0-A306-33FD458E3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0CD41-DC4F-0881-EC5F-1D5C278FF692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C96905-AAAB-9EEA-ACDD-49E1C430F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56FDAF-A4CD-EDA0-1178-CAA8C54EA0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2.4 Deleting Worksheets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1429F-D97E-6EAA-A2EE-AC2B23368B4F}"/>
              </a:ext>
            </a:extLst>
          </p:cNvPr>
          <p:cNvSpPr txBox="1"/>
          <p:nvPr/>
        </p:nvSpPr>
        <p:spPr>
          <a:xfrm>
            <a:off x="6014819" y="3876966"/>
            <a:ext cx="5415177" cy="78483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New Repository:</a:t>
            </a:r>
          </a:p>
          <a:p>
            <a:r>
              <a:rPr lang="en-US" b="1" dirty="0"/>
              <a:t>https://github.com/yasenstar/learn_openpyxl</a:t>
            </a:r>
          </a:p>
        </p:txBody>
      </p:sp>
    </p:spTree>
    <p:extLst>
      <p:ext uri="{BB962C8B-B14F-4D97-AF65-F5344CB8AC3E}">
        <p14:creationId xmlns:p14="http://schemas.microsoft.com/office/powerpoint/2010/main" val="11898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3929-FDA3-80E9-BF6B-3ECE908F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F7E308-12D3-C11B-14A0-617D1992C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732" y="445722"/>
            <a:ext cx="9776948" cy="55954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F03366D-9C66-F6F2-7972-7D57F240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3F3F20-FDA2-C66C-CB11-0099DC96A9D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461414-237C-D6FE-AA5B-0BE8C6CE3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B6DE0F0-9171-19DA-AE27-FF19985BEF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2.5 Renaming Worksheets</a:t>
            </a:r>
          </a:p>
        </p:txBody>
      </p:sp>
    </p:spTree>
    <p:extLst>
      <p:ext uri="{BB962C8B-B14F-4D97-AF65-F5344CB8AC3E}">
        <p14:creationId xmlns:p14="http://schemas.microsoft.com/office/powerpoint/2010/main" val="3085050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A4006-32F8-F928-F698-25BECE697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C01FD5-0805-84A2-C6CC-533074FFA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03" y="318151"/>
            <a:ext cx="9296964" cy="5849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5091245-35E5-A4AD-B726-40AC4FD6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DEB54-EC53-E0AC-5EDE-48BEE0FD3645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7DAFCD-949F-7BB3-B036-2A1EA9EA0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2E9E7E-713A-8C48-146C-1BEDB7754F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6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2.6 Working w/ Multiple Workbooks &amp; 2.7 Workbook Properties</a:t>
            </a:r>
          </a:p>
        </p:txBody>
      </p:sp>
    </p:spTree>
    <p:extLst>
      <p:ext uri="{BB962C8B-B14F-4D97-AF65-F5344CB8AC3E}">
        <p14:creationId xmlns:p14="http://schemas.microsoft.com/office/powerpoint/2010/main" val="676379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E9284-C39A-0DDE-84A5-5B5F22F8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2A73F8-9FAB-10D6-0E12-18C61E830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4" y="521563"/>
            <a:ext cx="8750300" cy="54457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B0DC27E-3F78-35A9-EACB-6138A7A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6623C4-C5BB-3310-5C85-7220441489B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D09BD-CB24-8EC6-B002-B2DCE1924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773EB64-E669-F32C-9934-9C84AF4BDA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3.1 Accessing Cell Values</a:t>
            </a:r>
          </a:p>
        </p:txBody>
      </p:sp>
    </p:spTree>
    <p:extLst>
      <p:ext uri="{BB962C8B-B14F-4D97-AF65-F5344CB8AC3E}">
        <p14:creationId xmlns:p14="http://schemas.microsoft.com/office/powerpoint/2010/main" val="2042488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4E226-7E46-4785-F85D-09BD970DB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0683E2A-24BE-716A-CC44-104AC0656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345986"/>
            <a:ext cx="9053443" cy="57729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929B67F1-42CE-C4B7-C8CC-ABFE013A9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A10AE6-50F9-56D3-D40C-BBABF42DC320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22B2AD-5BD5-CE3F-D494-A8432FD1D6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6EB7F-0505-6926-2973-B8C7D5B15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2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3.2 Setting Cell Values &amp; 3.3 Data Types</a:t>
            </a:r>
          </a:p>
        </p:txBody>
      </p:sp>
    </p:spTree>
    <p:extLst>
      <p:ext uri="{BB962C8B-B14F-4D97-AF65-F5344CB8AC3E}">
        <p14:creationId xmlns:p14="http://schemas.microsoft.com/office/powerpoint/2010/main" val="23300255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9AAE0-2A43-C928-BF63-CEE6B5D0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EDA4AF-181A-5E02-2EAB-AE4D23728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0" y="413893"/>
            <a:ext cx="9177275" cy="58967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C91960C-D693-FDB7-2EDA-4B2678F7B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88D2-F9EB-9623-FF77-E6371081A5A4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B6E5A0-E09C-E9C0-1B7D-2C23F358C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CC77823-B51E-CF2D-08F9-B854229DE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4254525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3.4 Formulas and Calculations</a:t>
            </a:r>
          </a:p>
        </p:txBody>
      </p:sp>
    </p:spTree>
    <p:extLst>
      <p:ext uri="{BB962C8B-B14F-4D97-AF65-F5344CB8AC3E}">
        <p14:creationId xmlns:p14="http://schemas.microsoft.com/office/powerpoint/2010/main" val="4282287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C64CE-D672-06DA-801F-038DC0C0E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CC7667-3D5C-107F-7454-E859BFBD1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441" y="523469"/>
            <a:ext cx="9301626" cy="5811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D58137FA-BE0D-C4EC-C9AF-AAFE03ED7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955B4-2168-FA82-3841-9912D55D2D4C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207F8D-D575-10B4-F505-E062DEFED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76A6473-A9D0-6A13-D8BD-8C1884AFC93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3.5 Number Formatting</a:t>
            </a:r>
          </a:p>
        </p:txBody>
      </p:sp>
    </p:spTree>
    <p:extLst>
      <p:ext uri="{BB962C8B-B14F-4D97-AF65-F5344CB8AC3E}">
        <p14:creationId xmlns:p14="http://schemas.microsoft.com/office/powerpoint/2010/main" val="1352834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00529-AE0F-BE5E-DAC5-9CB3C7676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E883A6-282D-E686-C656-BB5A572BD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2" y="480678"/>
            <a:ext cx="9255756" cy="58682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C39F4055-7EDE-AD41-A8C0-1287945E8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ECC5F0-BEFF-691F-8BAC-1C63FDCAA138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7163AA-071A-3208-189E-8DDCF8150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8FB6D5-0C2E-9CCC-9159-0FAC97FC861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3.6 Dates and Times</a:t>
            </a:r>
          </a:p>
        </p:txBody>
      </p:sp>
    </p:spTree>
    <p:extLst>
      <p:ext uri="{BB962C8B-B14F-4D97-AF65-F5344CB8AC3E}">
        <p14:creationId xmlns:p14="http://schemas.microsoft.com/office/powerpoint/2010/main" val="18595249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D2D22-6D4A-B684-FFD9-6BD2849D4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4C0167-5B91-1D7A-83E8-13CBD90BD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79" y="456761"/>
            <a:ext cx="8831721" cy="5811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AAF4E118-ADEF-2835-B8B7-2DB3B4341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C36E6-E84A-0B02-71D2-E63B0A65BD3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0A533D-24B3-ADAD-2988-831A47266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DF940DF-2353-7EF2-40C2-F28157227C8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3.7 Working with Cell Ranges</a:t>
            </a:r>
          </a:p>
        </p:txBody>
      </p:sp>
    </p:spTree>
    <p:extLst>
      <p:ext uri="{BB962C8B-B14F-4D97-AF65-F5344CB8AC3E}">
        <p14:creationId xmlns:p14="http://schemas.microsoft.com/office/powerpoint/2010/main" val="2619217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4873</TotalTime>
  <Words>225</Words>
  <Application>Microsoft Office PowerPoint</Application>
  <PresentationFormat>Widescreen</PresentationFormat>
  <Paragraphs>67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29</cp:revision>
  <dcterms:created xsi:type="dcterms:W3CDTF">2025-12-27T06:44:44Z</dcterms:created>
  <dcterms:modified xsi:type="dcterms:W3CDTF">2025-12-31T02:48:13Z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